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336f095db8940b6" /><Relationship Type="http://schemas.openxmlformats.org/officeDocument/2006/relationships/extended-properties" Target="/docProps/app.xml" Id="Rc2a2e04c286f42b4" /><Relationship Type="http://schemas.openxmlformats.org/officeDocument/2006/relationships/officeDocument" Target="/ppt/presentation.xml" Id="R4fae8acf3b404956" /></Relationships>
</file>

<file path=ppt/presentation.xml><?xml version="1.0" encoding="utf-8"?>
<p:presentation xmlns:p="http://schemas.openxmlformats.org/presentationml/2006/main">
  <p:sldMasterIdLst>
    <p:sldMasterId xmlns:r="http://schemas.openxmlformats.org/officeDocument/2006/relationships" id="2147483648" r:id="R216604cf84084c3c"/>
  </p:sldMasterIdLst>
  <p:notesMasterIdLst>
    <p:notesMasterId xmlns:r="http://schemas.openxmlformats.org/officeDocument/2006/relationships" r:id="Rc2789435b6f845c8"/>
  </p:notesMasterIdLst>
  <p:sldIdLst>
    <p:sldId xmlns:r="http://schemas.openxmlformats.org/officeDocument/2006/relationships" id="256" r:id="R7ddb611e0cd04ca8"/>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0e345d0ced47b0" /><Relationship Type="http://schemas.openxmlformats.org/officeDocument/2006/relationships/slideMaster" Target="/ppt/slideMasters/slideMaster1.xml" Id="R216604cf84084c3c" /><Relationship Type="http://schemas.openxmlformats.org/officeDocument/2006/relationships/notesMaster" Target="/ppt/notesMasters/notesMaster1.xml" Id="Rc2789435b6f845c8" /><Relationship Type="http://schemas.openxmlformats.org/officeDocument/2006/relationships/presProps" Target="/ppt/presProps.xml" Id="R1fd99d8f4728422d" /><Relationship Type="http://schemas.openxmlformats.org/officeDocument/2006/relationships/tableStyles" Target="/ppt/tableStyles.xml" Id="R7fdc076124cc46e5" /><Relationship Type="http://schemas.openxmlformats.org/officeDocument/2006/relationships/slide" Target="/ppt/slides/slide1.xml" Id="R7ddb611e0cd0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f52d3a0a844b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0c412298cd4739" /><Relationship Type="http://schemas.openxmlformats.org/officeDocument/2006/relationships/notesMaster" Target="/ppt/notesMasters/notesMaster1.xml" Id="R50a2e30b3c0640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f951a2cbd84334"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4ac2fb79324c78" /><Relationship Type="http://schemas.openxmlformats.org/officeDocument/2006/relationships/slideLayout" Target="/ppt/slideLayouts/slideLayout1.xml" Id="Rcac55668f8104cc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ac55668f8104cc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2c8eca71dd4d10" /><Relationship Type="http://schemas.openxmlformats.org/officeDocument/2006/relationships/image" Target="/ppt/media/image.png" Id="R805b5dc904bf4b48" /><Relationship Type="http://schemas.openxmlformats.org/officeDocument/2006/relationships/image" Target="/ppt/media/image2.png" Id="R1a2484c0e2454bba" /><Relationship Type="http://schemas.openxmlformats.org/officeDocument/2006/relationships/chart" Target="/ppt/slides/charts/chart1.xml" Id="R1f097e7aadd743c2" /><Relationship Type="http://schemas.openxmlformats.org/officeDocument/2006/relationships/chart" Target="/ppt/slides/charts/chart2.xml" Id="Rf425affb46ac456d" /><Relationship Type="http://schemas.openxmlformats.org/officeDocument/2006/relationships/chart" Target="/ppt/slides/charts/chart3.xml" Id="R598cd13ddc2e4a78" /><Relationship Type="http://schemas.openxmlformats.org/officeDocument/2006/relationships/notesSlide" Target="/ppt/notesSlides/notesSlide1.xml" Id="Rc45bccedb1cf48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DABD2114-630C-4178-9D96-60CC1219C1DF}"/>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C8814AF1-0CB8-45BB-91F4-FA2A88C250A1}"/>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DA68A816-292D-43C3-B605-7F6D3299F5DB}"/>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FC433B26-B3A7-4207-B595-3823F8D025B1}"/>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29174C8A-A96D-438B-A935-6EBF91D63461}"/>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CB372172-F8E1-44A0-99C6-CA68F2A605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05b5dc904bf4b48">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EB9A4DE0-FC5B-4175-AE32-A51716F6E1D8}"/>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615CD239-BFD4-4597-8FBD-EE1435C26E62}"/>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D84FC546-89BB-48FB-9E8A-F6CB660BCA67}"/>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600169A1-D6F4-46E0-A9E5-5A41B5497D90}"/>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adversarial strategies</a:t>
            </a:r>
            <a:endParaRPr/>
          </a:p>
        </p:txBody>
      </p:sp>
      <p:sp>
        <p:nvSpPr>
          <p:cNvPr id="31" name="Google Shape;31;p1">
            <a:extLst xmlns:a="http://schemas.openxmlformats.org/drawingml/2006/main">
              <a:ext uri="{FF2B5EF4-FFF2-40B4-BE49-F238E27FC236}">
                <a16:creationId xmlns:a16="http://schemas.microsoft.com/office/drawing/2014/main" id="{C83C2278-DB53-4FBF-A082-1F0D222D9622}"/>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590B3D47-2BDA-4216-AE97-04746787A404}"/>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Hansard grounding.</a:t>
            </a:r>
            <a:endParaRPr/>
          </a:p>
        </p:txBody>
      </p:sp>
      <p:sp>
        <p:nvSpPr>
          <p:cNvPr id="33" name="Google Shape;33;p1">
            <a:extLst xmlns:a="http://schemas.openxmlformats.org/drawingml/2006/main">
              <a:ext uri="{FF2B5EF4-FFF2-40B4-BE49-F238E27FC236}">
                <a16:creationId xmlns:a16="http://schemas.microsoft.com/office/drawing/2014/main" id="{38480548-2458-4472-B69A-0BB9E7CAEF57}"/>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E2CDC03B-5422-4307-8BB4-FFE06195DB27}"/>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76162362-4CAD-4409-9BB8-BD09A88CE1C6}"/>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5F45174C-A592-48F6-9CB5-7D37E95D4A2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a2484c0e2454bba">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3E80B4C5-9BA1-4B20-8D7B-BB26665F60CC}"/>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5E029021-3BF2-4637-B445-94D0FDA3D5A4}"/>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8435AA93-B929-45F2-A70F-8181B812A99A}"/>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3D92A577-EE1F-43AB-AFD7-B0138B3571FF}"/>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39175C92-328E-4035-913F-853828796445}"/>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CBBF96FF-E587-41AA-B4BA-30144F27249F}"/>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503436B4-5477-4787-BA08-B1C04E693422}"/>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A71CDE28-307C-47C0-9E7F-9C07ABD3ECF0}"/>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EC5A85D7-D760-4DB5-A2AE-F40082CE378C}"/>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EED6CC9E-EFF7-4EB2-AED4-D0CC7F1D9568}"/>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E85F79F1-042E-450F-89FE-BAA4DAE915E3}"/>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97BC5F96-35F5-4286-923A-40E9B86096D7}"/>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0983AF7C-5AB9-4596-97D8-49C3E9751484}"/>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F2EB8501-5526-496B-8088-4049A84EEBCF}"/>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1DDDDEA7-D915-46F9-A291-AEFA7A3198EA}"/>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A3815901-4FF4-447E-90CC-544D8C8E901F}"/>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CB4A6B4E-D0E4-4061-91FB-F9FD3A32B2F1}"/>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2384A517-CCF2-4800-B0D2-27DC35A55277}"/>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AD7B2035-536C-4B75-B6FA-EF579D50F7D8}"/>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36664163-FE10-433E-887F-EC3A70E405A1}"/>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AC94010F-2046-48DB-8E76-2E337959A282}"/>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assignment.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263D7723-0B2E-4B05-ABBC-B9054319E4E9}"/>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16050140-1F3F-4D2C-ACDA-E7199A52F10F}"/>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9C36629E-A80A-4314-B833-17B591D5F43A}"/>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1A32CC88-37D3-4E2F-A1F3-6371F9668394}"/>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D8586185-3EC0-4F40-97C4-57AB225D22F1}"/>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AB8819BA-DB2C-4A33-A6E1-94A50720B1C2}"/>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F22B898F-CC88-44B4-88D1-678BE16E2B53}"/>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C5101B90-7125-4C1B-94C1-EFF875FB1A82}"/>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4BDA8482-79B5-46EC-BDFA-76D0509AB4F3}"/>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0A7F90E4-D060-482F-9DB7-85AC88918F8C}"/>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8E6A8DBA-870C-492A-964D-E3BAF485FB16}"/>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A55DA9CD-81A5-4AC4-AE47-1C2E7F9FE6C8}"/>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18E15183-D363-4EB3-969D-91977C487519}"/>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F79979D7-5E2F-4F5C-85AC-5C9BA95FF216}"/>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07535C49-8025-4377-A91F-7802E34BB4D4}"/>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5AC61077-8709-492C-BF1F-3BB60F670039}"/>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8EDADF91-36B4-462A-BA85-65FD105E1ED0}"/>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57D26664-ECBF-45EF-AFE1-183ABFAA249F}"/>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32E68145-5AAD-4115-9AC3-18A210D45720}"/>
              </a:ext>
            </a:extLst>
          </p:cNvPr>
          <p:cNvSpPr>
            <a:spLocks xmlns:a="http://schemas.openxmlformats.org/drawingml/2006/main" noGrp="1"/>
          </p:cNvSpPr>
          <p:nvPr/>
        </p:nvSpPr>
        <p:spPr>
          <a:xfrm xmlns:a="http://schemas.openxmlformats.org/drawingml/2006/main">
            <a:off x="86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6165E1AA-EE3C-4810-B4AB-1F447DFB4F7F}"/>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737A1232-9913-409C-B588-91DA80DF05DF}"/>
              </a:ext>
            </a:extLst>
          </p:cNvPr>
          <p:cNvSpPr>
            <a:spLocks xmlns:a="http://schemas.openxmlformats.org/drawingml/2006/main" noGrp="1"/>
          </p:cNvSpPr>
          <p:nvPr/>
        </p:nvSpPr>
        <p:spPr>
          <a:xfrm xmlns:a="http://schemas.openxmlformats.org/drawingml/2006/main">
            <a:off x="770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3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645F803F-F6AF-4AD7-88E9-8E11DAC7344F}"/>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FF60D99F-789F-4A9D-87F6-F340C1AC5CC0}"/>
              </a:ext>
            </a:extLst>
          </p:cNvPr>
          <p:cNvSpPr>
            <a:spLocks xmlns:a="http://schemas.openxmlformats.org/drawingml/2006/main" noGrp="1"/>
          </p:cNvSpPr>
          <p:nvPr/>
        </p:nvSpPr>
        <p:spPr>
          <a:xfrm xmlns:a="http://schemas.openxmlformats.org/drawingml/2006/main">
            <a:off x="1454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5610318C-B43F-4DF7-9794-9C3F7C778925}"/>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51258483-FE64-4C3B-A2C8-497385B04CD9}"/>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BCC7BCAD-5953-4F85-B09C-30F7DEC98DC1}"/>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interruptions.</a:t>
            </a:r>
            <a:endParaRPr/>
          </a:p>
        </p:txBody>
      </p:sp>
      <p:sp>
        <p:nvSpPr>
          <p:cNvPr id="83" name="Google Shape;83;p1">
            <a:extLst xmlns:a="http://schemas.openxmlformats.org/drawingml/2006/main">
              <a:ext uri="{FF2B5EF4-FFF2-40B4-BE49-F238E27FC236}">
                <a16:creationId xmlns:a16="http://schemas.microsoft.com/office/drawing/2014/main" id="{6932595F-4D0D-49D5-885E-3CF98DA39280}"/>
              </a:ext>
            </a:extLst>
          </p:cNvPr>
          <p:cNvSpPr>
            <a:spLocks xmlns:a="http://schemas.openxmlformats.org/drawingml/2006/main" noGrp="1"/>
          </p:cNvSpPr>
          <p:nvPr/>
        </p:nvSpPr>
        <p:spPr>
          <a:xfrm xmlns:a="http://schemas.openxmlformats.org/drawingml/2006/main">
            <a:off x="868680" y="24120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4" name="Google Shape;84;p1">
            <a:extLst xmlns:a="http://schemas.openxmlformats.org/drawingml/2006/main">
              <a:ext uri="{FF2B5EF4-FFF2-40B4-BE49-F238E27FC236}">
                <a16:creationId xmlns:a16="http://schemas.microsoft.com/office/drawing/2014/main" id="{F8A9B08E-B478-4F08-8A01-6D71D48F3B1D}"/>
              </a:ext>
            </a:extLst>
          </p:cNvPr>
          <p:cNvSpPr>
            <a:spLocks xmlns:a="http://schemas.openxmlformats.org/drawingml/2006/main" noGrp="1"/>
          </p:cNvSpPr>
          <p:nvPr/>
        </p:nvSpPr>
        <p:spPr>
          <a:xfrm xmlns:a="http://schemas.openxmlformats.org/drawingml/2006/main">
            <a:off x="868680" y="26028000"/>
            <a:ext cx="2007864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05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Co-operative points average 9 debates (45 ratings); each strategy point averages five MPs. GPT-6 Luna used a consistent rating prompt. Topic, party and repeats limit comparison.</a:t>
            </a:r>
            <a:endParaRPr/>
          </a:p>
        </p:txBody>
      </p:sp>
      <p:sp>
        <p:nvSpPr>
          <p:cNvPr id="85" name="Google Shape;85;p1">
            <a:extLst xmlns:a="http://schemas.openxmlformats.org/drawingml/2006/main">
              <a:ext uri="{FF2B5EF4-FFF2-40B4-BE49-F238E27FC236}">
                <a16:creationId xmlns:a16="http://schemas.microsoft.com/office/drawing/2014/main" id="{10338D32-7440-43F4-A10B-4C34B577E8F7}"/>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D3EB8949-5E4C-4645-98FE-A1CCA7DEED9B}"/>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0A3A3994-21DC-4778-892F-B164DD721125}"/>
              </a:ext>
            </a:extLst>
          </p:cNvPr>
          <p:cNvSpPr>
            <a:spLocks xmlns:a="http://schemas.openxmlformats.org/drawingml/2006/main" noGrp="1"/>
          </p:cNvSpPr>
          <p:nvPr/>
        </p:nvSpPr>
        <p:spPr>
          <a:xfrm xmlns:a="http://schemas.openxmlformats.org/drawingml/2006/main">
            <a:off x="868680" y="27864000"/>
            <a:ext cx="6408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Platform:</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a:t>
            </a:r>
            <a:endParaRPr/>
          </a:p>
        </p:txBody>
      </p:sp>
      <p:sp>
        <p:nvSpPr>
          <p:cNvPr id="88" name="Google Shape;88;p1">
            <a:extLst xmlns:a="http://schemas.openxmlformats.org/drawingml/2006/main">
              <a:ext uri="{FF2B5EF4-FFF2-40B4-BE49-F238E27FC236}">
                <a16:creationId xmlns:a16="http://schemas.microsoft.com/office/drawing/2014/main" id="{169F59E5-CF4F-4D9B-A33E-462A921B7116}"/>
              </a:ext>
            </a:extLst>
          </p:cNvPr>
          <p:cNvSpPr>
            <a:spLocks xmlns:a="http://schemas.openxmlformats.org/drawingml/2006/main" noGrp="1"/>
          </p:cNvSpPr>
          <p:nvPr/>
        </p:nvSpPr>
        <p:spPr>
          <a:xfrm xmlns:a="http://schemas.openxmlformats.org/drawingml/2006/main">
            <a:off x="7776000" y="27864000"/>
            <a:ext cx="630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5089608A-6FE3-43B3-B97C-032D49815671}"/>
              </a:ext>
            </a:extLst>
          </p:cNvPr>
          <p:cNvSpPr>
            <a:spLocks xmlns:a="http://schemas.openxmlformats.org/drawingml/2006/main" noGrp="1"/>
          </p:cNvSpPr>
          <p:nvPr/>
        </p:nvSpPr>
        <p:spPr>
          <a:xfrm xmlns:a="http://schemas.openxmlformats.org/drawingml/2006/main">
            <a:off x="14580000" y="27864000"/>
            <a:ext cx="6372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54AA7236-2319-4400-9781-B01A8B43971D}"/>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5DF0A496-7C03-4C2B-8450-15EC577AD53D}"/>
              </a:ext>
            </a:extLst>
          </p:cNvPr>
          <p:cNvSpPr>
            <a:spLocks xmlns:a="http://schemas.openxmlformats.org/drawingml/2006/main" noGrp="1"/>
          </p:cNvSpPr>
          <p:nvPr/>
        </p:nvSpPr>
        <p:spPr>
          <a:xfrm xmlns:a="http://schemas.openxmlformats.org/drawingml/2006/main">
            <a:off x="868680" y="29412000"/>
            <a:ext cx="842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16EFD507-0551-4255-B3E4-6E0BC2586C28}"/>
              </a:ext>
            </a:extLst>
          </p:cNvPr>
          <p:cNvSpPr>
            <a:spLocks xmlns:a="http://schemas.openxmlformats.org/drawingml/2006/main" noGrp="1"/>
          </p:cNvSpPr>
          <p:nvPr/>
        </p:nvSpPr>
        <p:spPr>
          <a:xfrm xmlns:a="http://schemas.openxmlformats.org/drawingml/2006/main">
            <a:off x="868680" y="29844000"/>
            <a:ext cx="8424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00" b="0" i="0">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C564F8E4-7BA6-44D2-B965-78A24E34D213}"/>
              </a:ext>
            </a:extLst>
          </p:cNvPr>
          <p:cNvSpPr>
            <a:spLocks xmlns:a="http://schemas.openxmlformats.org/drawingml/2006/main" noGrp="1"/>
          </p:cNvSpPr>
          <p:nvPr/>
        </p:nvSpPr>
        <p:spPr>
          <a:xfrm xmlns:a="http://schemas.openxmlformats.org/drawingml/2006/main">
            <a:off x="8028000" y="29412000"/>
            <a:ext cx="57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E4326C44-2F3E-4FBC-9CBB-E98975562803}"/>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C32E72A5-8C10-45FA-966D-1A4745799210}"/>
              </a:ext>
            </a:extLst>
          </p:cNvPr>
          <p:cNvSpPr>
            <a:spLocks xmlns:a="http://schemas.openxmlformats.org/drawingml/2006/main" noGrp="1"/>
          </p:cNvSpPr>
          <p:nvPr/>
        </p:nvSpPr>
        <p:spPr>
          <a:xfrm xmlns:a="http://schemas.openxmlformats.org/drawingml/2006/main">
            <a:off x="17064000" y="29412000"/>
            <a:ext cx="3888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F0151B69-31C6-4699-AEA2-9D476461ED21}"/>
              </a:ext>
            </a:extLst>
          </p:cNvPr>
          <p:cNvSpPr>
            <a:spLocks xmlns:a="http://schemas.openxmlformats.org/drawingml/2006/main" noGrp="1"/>
          </p:cNvSpPr>
          <p:nvPr/>
        </p:nvSpPr>
        <p:spPr>
          <a:xfrm xmlns:a="http://schemas.openxmlformats.org/drawingml/2006/main">
            <a:off x="17064000" y="29844000"/>
            <a:ext cx="3888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943F891E-8AA2-4929-AC89-CE84B62B3992}"/>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Hansard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75EC92B7-DE3A-4564-8550-B19DCD35D107}"/>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1f097e7aadd743c2"/>
          </a:graphicData>
        </a:graphic>
      </p:graphicFrame>
      <p:graphicFrame>
        <p:nvGraphicFramePr>
          <p:cNvPr id="99" name="Chart">
            <a:extLst xmlns:a="http://schemas.openxmlformats.org/drawingml/2006/main">
              <a:ext uri="{FF2B5EF4-FFF2-40B4-BE49-F238E27FC236}">
                <a16:creationId xmlns:a16="http://schemas.microsoft.com/office/drawing/2014/main" id="{12008F7E-BA6B-4BFB-995D-906DEC520A85}"/>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f425affb46ac456d"/>
          </a:graphicData>
        </a:graphic>
      </p:graphicFrame>
      <p:graphicFrame>
        <p:nvGraphicFramePr>
          <p:cNvPr id="100" name="Chart">
            <a:extLst xmlns:a="http://schemas.openxmlformats.org/drawingml/2006/main">
              <a:ext uri="{FF2B5EF4-FFF2-40B4-BE49-F238E27FC236}">
                <a16:creationId xmlns:a16="http://schemas.microsoft.com/office/drawing/2014/main" id="{2BF4482C-D738-4416-AB69-584A847028B7}"/>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598cd13ddc2e4a78"/>
          </a:graphicData>
        </a:graphic>
      </p:graphicFrame>
      <p:sp>
        <p:nvSpPr>
          <p:cNvPr id="101" name="Truncated axis disclosure">
            <a:extLst xmlns:a="http://schemas.openxmlformats.org/drawingml/2006/main">
              <a:ext uri="{FF2B5EF4-FFF2-40B4-BE49-F238E27FC236}">
                <a16:creationId xmlns:a16="http://schemas.microsoft.com/office/drawing/2014/main" id="{1046F7DE-7BBC-497E-9653-5AF31F090FE7}"/>
              </a:ext>
            </a:extLst>
          </p:cNvPr>
          <p:cNvSpPr>
            <a:spLocks xmlns:a="http://schemas.openxmlformats.org/drawingml/2006/main" noGrp="1"/>
          </p:cNvSpPr>
          <p:nvPr/>
        </p:nvSpPr>
        <p:spPr>
          <a:xfrm xmlns:a="http://schemas.openxmlformats.org/drawingml/2006/main">
            <a:off x="868680" y="23724000"/>
            <a:ext cx="2007864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a:t>
            </a:r>
          </a:p>
        </p:txBody>
      </p:sp>
      <p:sp>
        <p:nvSpPr>
          <p:cNvPr id="102" name="Adversarial findings">
            <a:extLst xmlns:a="http://schemas.openxmlformats.org/drawingml/2006/main">
              <a:ext uri="{FF2B5EF4-FFF2-40B4-BE49-F238E27FC236}">
                <a16:creationId xmlns:a16="http://schemas.microsoft.com/office/drawing/2014/main" id="{B9FBD9A9-9C2E-4550-8119-B98E8CC8B7B5}"/>
              </a:ext>
            </a:extLst>
          </p:cNvPr>
          <p:cNvSpPr>
            <a:spLocks xmlns:a="http://schemas.openxmlformats.org/drawingml/2006/main" noGrp="1"/>
          </p:cNvSpPr>
          <p:nvPr/>
        </p:nvSpPr>
        <p:spPr>
          <a:xfrm xmlns:a="http://schemas.openxmlformats.org/drawingml/2006/main">
            <a:off x="868680" y="25056000"/>
            <a:ext cx="20078640" cy="75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adversarial Luna MPs; Qwen Green's paired changes span -1 to +1. Adversarial assignment alone is insufficient.</a:t>
            </a:r>
          </a:p>
        </p:txBody>
      </p:sp>
    </p:spTree>
    <p:extLst>
      <p:ext uri="{BB962C8B-B14F-4D97-AF65-F5344CB8AC3E}">
        <p14:creationId xmlns:p14="http://schemas.microsoft.com/office/powerpoint/2010/main" val="164764460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2026-10-11T02:56:53.8410000Z</dcterms:created>
  <dcterms:modified xsi:type="dcterms:W3CDTF">2026-10-11T02:56:53.8410000Z</dcterms:modified>
</coreProperties>
</file>